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8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5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46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5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6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21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7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26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70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9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3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1D034-6F23-BA03-1717-6863E2A0A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US" sz="540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6B68C-C791-920A-A6BA-D9F7024D0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/>
            <a:r>
              <a:rPr lang="en-US"/>
              <a:t>powerpoint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48F75-AB77-986C-C51E-DB201966B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81" r="1332" b="-1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4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56DBD1-1048-5A22-C973-3E5FA83F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B4922-5394-DD9C-7D83-8E73EFC5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165" y="1088571"/>
            <a:ext cx="7538405" cy="27743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Some text content</a:t>
            </a:r>
          </a:p>
        </p:txBody>
      </p:sp>
    </p:spTree>
    <p:extLst>
      <p:ext uri="{BB962C8B-B14F-4D97-AF65-F5344CB8AC3E}">
        <p14:creationId xmlns:p14="http://schemas.microsoft.com/office/powerpoint/2010/main" val="386422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54E8F-39ED-7555-78D3-DF03E189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Skyscrapers shown from view looking up">
            <a:extLst>
              <a:ext uri="{FF2B5EF4-FFF2-40B4-BE49-F238E27FC236}">
                <a16:creationId xmlns:a16="http://schemas.microsoft.com/office/drawing/2014/main" id="{CF492630-0FD7-ACE0-3460-D95D99C33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843" y="1716088"/>
            <a:ext cx="6883577" cy="4592637"/>
          </a:xfrm>
        </p:spPr>
      </p:pic>
    </p:spTree>
    <p:extLst>
      <p:ext uri="{BB962C8B-B14F-4D97-AF65-F5344CB8AC3E}">
        <p14:creationId xmlns:p14="http://schemas.microsoft.com/office/powerpoint/2010/main" val="43253144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VanillaVTI</vt:lpstr>
      <vt:lpstr>Test</vt:lpstr>
      <vt:lpstr>Some text content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Sentell</dc:creator>
  <cp:lastModifiedBy>Emily Sentell</cp:lastModifiedBy>
  <cp:revision>1</cp:revision>
  <dcterms:created xsi:type="dcterms:W3CDTF">2026-02-24T21:34:39Z</dcterms:created>
  <dcterms:modified xsi:type="dcterms:W3CDTF">2026-02-24T21:36:10Z</dcterms:modified>
</cp:coreProperties>
</file>